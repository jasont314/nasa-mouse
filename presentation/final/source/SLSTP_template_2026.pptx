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9" r:id="rId4"/>
  </p:sldMasterIdLst>
  <p:notesMasterIdLst>
    <p:notesMasterId r:id="rId7"/>
  </p:notesMasterIdLst>
  <p:handoutMasterIdLst>
    <p:handoutMasterId r:id="rId8"/>
  </p:handoutMasterIdLst>
  <p:sldIdLst>
    <p:sldId id="287" r:id="rId5"/>
    <p:sldId id="28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EBFE0"/>
    <a:srgbClr val="031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E6095-EDCC-4DCB-AAC0-188518B1781D}" v="1" dt="2026-06-23T20:42:39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2"/>
    <p:restoredTop sz="96327"/>
  </p:normalViewPr>
  <p:slideViewPr>
    <p:cSldViewPr snapToGrid="0">
      <p:cViewPr varScale="1">
        <p:scale>
          <a:sx n="81" d="100"/>
          <a:sy n="81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2CBF8-18C8-31DD-F46C-61CCFF09E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C4E16-CF32-DCE9-CFBA-3D18F258B5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638C3-A19C-B94C-9B49-D7DD60AEF655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86E82-0F97-5470-C173-872D3CB07D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EED87-86EF-9F01-82BC-41E7337896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65568-2AD1-0C41-AA57-6C66A9880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60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0CC5D-FA5D-CB42-BCB4-64310126220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039A1-DE79-214A-A305-FD855934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403792-C452-45B8-A50E-5D7E7B3AF1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E77D0F7-4A6B-4045-B534-3DB6A60EA85B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500101" y="3895025"/>
            <a:ext cx="4774425" cy="365125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EB2794A-5528-E000-6303-F23EDF3D2A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02" y="1297175"/>
            <a:ext cx="4774425" cy="2374669"/>
          </a:xfrm>
        </p:spPr>
        <p:txBody>
          <a:bodyPr anchor="b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713B4-5E0C-24BD-8049-E50B082A50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1262" y="398340"/>
            <a:ext cx="888827" cy="740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88442-0230-1582-A41F-57E75101CEF7}"/>
              </a:ext>
            </a:extLst>
          </p:cNvPr>
          <p:cNvSpPr txBox="1"/>
          <p:nvPr userDrawn="1"/>
        </p:nvSpPr>
        <p:spPr>
          <a:xfrm>
            <a:off x="8654144" y="537854"/>
            <a:ext cx="1922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0" dirty="0">
                <a:solidFill>
                  <a:schemeClr val="bg1"/>
                </a:solidFill>
                <a:effectLst>
                  <a:outerShdw blurRad="159992" dist="49945" dir="27000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National Aeronautics and Space Administration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B95B80-9B88-7F4C-049E-8C0069365EA9}"/>
              </a:ext>
            </a:extLst>
          </p:cNvPr>
          <p:cNvCxnSpPr/>
          <p:nvPr userDrawn="1"/>
        </p:nvCxnSpPr>
        <p:spPr>
          <a:xfrm>
            <a:off x="10764013" y="537853"/>
            <a:ext cx="0" cy="4616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9BA426D5-CE2B-D46C-E493-D02FFAA86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A5107-22C8-EFF2-D258-3F67CDB1A001}"/>
              </a:ext>
            </a:extLst>
          </p:cNvPr>
          <p:cNvSpPr txBox="1"/>
          <p:nvPr userDrawn="1"/>
        </p:nvSpPr>
        <p:spPr>
          <a:xfrm>
            <a:off x="500101" y="6296266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iological &amp;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hysical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ciences</a:t>
            </a:r>
          </a:p>
        </p:txBody>
      </p:sp>
    </p:spTree>
    <p:extLst>
      <p:ext uri="{BB962C8B-B14F-4D97-AF65-F5344CB8AC3E}">
        <p14:creationId xmlns:p14="http://schemas.microsoft.com/office/powerpoint/2010/main" val="339096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8CFB-2DE8-BA24-FFBC-66F77875D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E43-6742-FF22-D2F2-033E1364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6FCE7-3724-2CFD-0646-F383DB2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2148" y="100584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466CDE3-4631-5FA9-337A-DF847EAAD5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4652" y="2247900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A51E4DB-9ABE-A139-7B46-5FC551330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0" y="2247900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B35BDAA-D931-DC03-6B00-6EDF027908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400" y="2209800"/>
            <a:ext cx="685800" cy="6858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4000">
                <a:gradFill>
                  <a:gsLst>
                    <a:gs pos="86000">
                      <a:schemeClr val="accent3"/>
                    </a:gs>
                    <a:gs pos="47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EF503090-B911-7788-8B94-3F88CA4797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23949" y="2209800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82000">
                      <a:schemeClr val="accent3"/>
                    </a:gs>
                    <a:gs pos="45000">
                      <a:schemeClr val="accent2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65D9DAC4-C562-9524-30AD-991D271FE6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4652" y="3627249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36" name="Text Placeholder 21">
            <a:extLst>
              <a:ext uri="{FF2B5EF4-FFF2-40B4-BE49-F238E27FC236}">
                <a16:creationId xmlns:a16="http://schemas.microsoft.com/office/drawing/2014/main" id="{7E647AC1-0BB7-0678-1B8A-177F4146A7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34200" y="3627249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B55453C0-7B23-AC50-10FE-E961216AD9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358914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8000">
                      <a:schemeClr val="accent3"/>
                    </a:gs>
                    <a:gs pos="39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1A5B7077-E4C0-3DD2-DCA8-E8A197F1C9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23949" y="358914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7000">
                      <a:schemeClr val="accent3"/>
                    </a:gs>
                    <a:gs pos="45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B32EE1BF-44FE-201B-EF31-3ED8FF5BA7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4652" y="4913609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2F676D19-8F83-696C-ACFF-7F910A6C8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34200" y="4913609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4936C6BE-C8B8-20C6-9C05-FD330B16C0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400" y="487550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87000">
                      <a:schemeClr val="accent3"/>
                    </a:gs>
                    <a:gs pos="45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9DBD5D19-811F-095E-D5BA-1EE3AC8F976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3949" y="487550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2000">
                      <a:schemeClr val="accent3"/>
                    </a:gs>
                    <a:gs pos="45000">
                      <a:schemeClr val="accent2"/>
                    </a:gs>
                    <a:gs pos="400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FAC8BE-D606-2853-844A-E2C15955DC7D}"/>
              </a:ext>
            </a:extLst>
          </p:cNvPr>
          <p:cNvCxnSpPr/>
          <p:nvPr userDrawn="1"/>
        </p:nvCxnSpPr>
        <p:spPr>
          <a:xfrm>
            <a:off x="838200" y="219075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BB1695-58EE-644B-7EE8-11F922C6661D}"/>
              </a:ext>
            </a:extLst>
          </p:cNvPr>
          <p:cNvCxnSpPr>
            <a:cxnSpLocks/>
          </p:cNvCxnSpPr>
          <p:nvPr userDrawn="1"/>
        </p:nvCxnSpPr>
        <p:spPr>
          <a:xfrm>
            <a:off x="1600200" y="211455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52F9823-AA54-9873-16F2-263321455B45}"/>
              </a:ext>
            </a:extLst>
          </p:cNvPr>
          <p:cNvCxnSpPr/>
          <p:nvPr userDrawn="1"/>
        </p:nvCxnSpPr>
        <p:spPr>
          <a:xfrm>
            <a:off x="838200" y="3590925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1A9CBD-3464-B5A2-6E8D-EE3FD067EE09}"/>
              </a:ext>
            </a:extLst>
          </p:cNvPr>
          <p:cNvCxnSpPr>
            <a:cxnSpLocks/>
          </p:cNvCxnSpPr>
          <p:nvPr userDrawn="1"/>
        </p:nvCxnSpPr>
        <p:spPr>
          <a:xfrm>
            <a:off x="1600200" y="3514725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EED8E47-E2B6-E0EF-495A-1545B3213F3D}"/>
              </a:ext>
            </a:extLst>
          </p:cNvPr>
          <p:cNvCxnSpPr/>
          <p:nvPr userDrawn="1"/>
        </p:nvCxnSpPr>
        <p:spPr>
          <a:xfrm>
            <a:off x="838200" y="48768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607ECD-AA81-BC83-3C78-B9336CCDEEF0}"/>
              </a:ext>
            </a:extLst>
          </p:cNvPr>
          <p:cNvCxnSpPr>
            <a:cxnSpLocks/>
          </p:cNvCxnSpPr>
          <p:nvPr userDrawn="1"/>
        </p:nvCxnSpPr>
        <p:spPr>
          <a:xfrm>
            <a:off x="1600200" y="48006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5E098EB-268C-67D8-9802-3DFD2843FEB8}"/>
              </a:ext>
            </a:extLst>
          </p:cNvPr>
          <p:cNvCxnSpPr/>
          <p:nvPr userDrawn="1"/>
        </p:nvCxnSpPr>
        <p:spPr>
          <a:xfrm>
            <a:off x="5943600" y="219075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C41966B-39B9-FA80-34EE-34DB2BBC90AA}"/>
              </a:ext>
            </a:extLst>
          </p:cNvPr>
          <p:cNvCxnSpPr>
            <a:cxnSpLocks/>
          </p:cNvCxnSpPr>
          <p:nvPr userDrawn="1"/>
        </p:nvCxnSpPr>
        <p:spPr>
          <a:xfrm>
            <a:off x="6705600" y="211455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67F3916-0A34-3DFE-C40C-9CE5F118C59D}"/>
              </a:ext>
            </a:extLst>
          </p:cNvPr>
          <p:cNvCxnSpPr/>
          <p:nvPr userDrawn="1"/>
        </p:nvCxnSpPr>
        <p:spPr>
          <a:xfrm>
            <a:off x="5943600" y="3590925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580B0B-C3BC-E6B2-4F7A-A8BC4CBEC5D4}"/>
              </a:ext>
            </a:extLst>
          </p:cNvPr>
          <p:cNvCxnSpPr>
            <a:cxnSpLocks/>
          </p:cNvCxnSpPr>
          <p:nvPr userDrawn="1"/>
        </p:nvCxnSpPr>
        <p:spPr>
          <a:xfrm>
            <a:off x="6705600" y="3514725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04EA6A-A0F1-4A1F-D752-01EC9413BD08}"/>
              </a:ext>
            </a:extLst>
          </p:cNvPr>
          <p:cNvCxnSpPr/>
          <p:nvPr userDrawn="1"/>
        </p:nvCxnSpPr>
        <p:spPr>
          <a:xfrm>
            <a:off x="5943600" y="48768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332F554-64FA-44EB-F6C0-65BB814F9D34}"/>
              </a:ext>
            </a:extLst>
          </p:cNvPr>
          <p:cNvCxnSpPr>
            <a:cxnSpLocks/>
          </p:cNvCxnSpPr>
          <p:nvPr userDrawn="1"/>
        </p:nvCxnSpPr>
        <p:spPr>
          <a:xfrm>
            <a:off x="6705600" y="48006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53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6FEB-A7E9-41A9-BE32-02FF741C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16430"/>
            <a:ext cx="10325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2C68-F3F1-F728-F8AB-7545FFD2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FC8917-4CA3-53EC-49EA-1322608A3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2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Den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6FEB-A7E9-41A9-BE32-02FF741C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16430"/>
            <a:ext cx="103251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2C68-F3F1-F728-F8AB-7545FFD2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A23E4-0FD3-1AC3-FD06-43716C74AFB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7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3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C8C6-C4E6-E1A4-9BB3-02E2E29D4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270760"/>
            <a:ext cx="4914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E9D-2162-ED5F-D5C4-2810CEA16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6758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C8566AA-00D7-499C-0F3E-2067A61875E1}"/>
              </a:ext>
            </a:extLst>
          </p:cNvPr>
          <p:cNvSpPr/>
          <p:nvPr userDrawn="1"/>
        </p:nvSpPr>
        <p:spPr>
          <a:xfrm>
            <a:off x="-22302" y="468351"/>
            <a:ext cx="7304048" cy="6400800"/>
          </a:xfrm>
          <a:custGeom>
            <a:avLst/>
            <a:gdLst>
              <a:gd name="connsiteX0" fmla="*/ 0 w 7304048"/>
              <a:gd name="connsiteY0" fmla="*/ 0 h 6400800"/>
              <a:gd name="connsiteX1" fmla="*/ 5832087 w 7304048"/>
              <a:gd name="connsiteY1" fmla="*/ 0 h 6400800"/>
              <a:gd name="connsiteX2" fmla="*/ 7304048 w 7304048"/>
              <a:gd name="connsiteY2" fmla="*/ 6400800 h 6400800"/>
              <a:gd name="connsiteX3" fmla="*/ 11151 w 7304048"/>
              <a:gd name="connsiteY3" fmla="*/ 6400800 h 6400800"/>
              <a:gd name="connsiteX4" fmla="*/ 11151 w 7304048"/>
              <a:gd name="connsiteY4" fmla="*/ 6300439 h 6400800"/>
              <a:gd name="connsiteX5" fmla="*/ 0 w 7304048"/>
              <a:gd name="connsiteY5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04048" h="6400800">
                <a:moveTo>
                  <a:pt x="0" y="0"/>
                </a:moveTo>
                <a:lnTo>
                  <a:pt x="5832087" y="0"/>
                </a:lnTo>
                <a:lnTo>
                  <a:pt x="7304048" y="6400800"/>
                </a:lnTo>
                <a:lnTo>
                  <a:pt x="11151" y="6400800"/>
                </a:lnTo>
                <a:lnTo>
                  <a:pt x="11151" y="630043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EF21C4-1197-17A3-5E0D-4F7593E8A9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17279" y="484554"/>
            <a:ext cx="6369555" cy="6373446"/>
          </a:xfrm>
          <a:custGeom>
            <a:avLst/>
            <a:gdLst>
              <a:gd name="connsiteX0" fmla="*/ 0 w 6400800"/>
              <a:gd name="connsiteY0" fmla="*/ 6200317 h 6200317"/>
              <a:gd name="connsiteX1" fmla="*/ 1550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0 w 6400800"/>
              <a:gd name="connsiteY0" fmla="*/ 6200317 h 6200317"/>
              <a:gd name="connsiteX1" fmla="*/ 26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4824642 w 6374721"/>
              <a:gd name="connsiteY3" fmla="*/ 6200317 h 6228026"/>
              <a:gd name="connsiteX4" fmla="*/ 1470212 w 6374721"/>
              <a:gd name="connsiteY4" fmla="*/ 6228026 h 6228026"/>
              <a:gd name="connsiteX0" fmla="*/ 1470212 w 6374721"/>
              <a:gd name="connsiteY0" fmla="*/ 6228026 h 6255735"/>
              <a:gd name="connsiteX1" fmla="*/ 0 w 6374721"/>
              <a:gd name="connsiteY1" fmla="*/ 0 h 6255735"/>
              <a:gd name="connsiteX2" fmla="*/ 6374721 w 6374721"/>
              <a:gd name="connsiteY2" fmla="*/ 0 h 6255735"/>
              <a:gd name="connsiteX3" fmla="*/ 6362496 w 6374721"/>
              <a:gd name="connsiteY3" fmla="*/ 6255735 h 6255735"/>
              <a:gd name="connsiteX4" fmla="*/ 1470212 w 6374721"/>
              <a:gd name="connsiteY4" fmla="*/ 6228026 h 6255735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65046 w 6374721"/>
              <a:gd name="connsiteY0" fmla="*/ 6207361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65046 w 6374721"/>
              <a:gd name="connsiteY4" fmla="*/ 6207361 h 6228026"/>
              <a:gd name="connsiteX0" fmla="*/ 1465046 w 6374721"/>
              <a:gd name="connsiteY0" fmla="*/ 6207361 h 6207361"/>
              <a:gd name="connsiteX1" fmla="*/ 0 w 6374721"/>
              <a:gd name="connsiteY1" fmla="*/ 0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74721"/>
              <a:gd name="connsiteY0" fmla="*/ 6207361 h 6207361"/>
              <a:gd name="connsiteX1" fmla="*/ 0 w 6374721"/>
              <a:gd name="connsiteY1" fmla="*/ 5166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69555"/>
              <a:gd name="connsiteY0" fmla="*/ 6202195 h 6202195"/>
              <a:gd name="connsiteX1" fmla="*/ 0 w 6369555"/>
              <a:gd name="connsiteY1" fmla="*/ 0 h 6202195"/>
              <a:gd name="connsiteX2" fmla="*/ 6369555 w 6369555"/>
              <a:gd name="connsiteY2" fmla="*/ 0 h 6202195"/>
              <a:gd name="connsiteX3" fmla="*/ 6367662 w 6369555"/>
              <a:gd name="connsiteY3" fmla="*/ 6202195 h 6202195"/>
              <a:gd name="connsiteX4" fmla="*/ 1465046 w 6369555"/>
              <a:gd name="connsiteY4" fmla="*/ 6202195 h 620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9555" h="6202195">
                <a:moveTo>
                  <a:pt x="1465046" y="6202195"/>
                </a:moveTo>
                <a:lnTo>
                  <a:pt x="0" y="0"/>
                </a:lnTo>
                <a:lnTo>
                  <a:pt x="6369555" y="0"/>
                </a:lnTo>
                <a:lnTo>
                  <a:pt x="6367662" y="6202195"/>
                </a:lnTo>
                <a:lnTo>
                  <a:pt x="1465046" y="6202195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8252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5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ictu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EF21C4-1197-17A3-5E0D-4F7593E8A9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73487" y="482551"/>
            <a:ext cx="6613348" cy="6375449"/>
          </a:xfrm>
          <a:custGeom>
            <a:avLst/>
            <a:gdLst>
              <a:gd name="connsiteX0" fmla="*/ 0 w 6400800"/>
              <a:gd name="connsiteY0" fmla="*/ 6200317 h 6200317"/>
              <a:gd name="connsiteX1" fmla="*/ 1550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0 w 6400800"/>
              <a:gd name="connsiteY0" fmla="*/ 6200317 h 6200317"/>
              <a:gd name="connsiteX1" fmla="*/ 26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4824642 w 6374721"/>
              <a:gd name="connsiteY3" fmla="*/ 6200317 h 6228026"/>
              <a:gd name="connsiteX4" fmla="*/ 1470212 w 6374721"/>
              <a:gd name="connsiteY4" fmla="*/ 6228026 h 6228026"/>
              <a:gd name="connsiteX0" fmla="*/ 1470212 w 6374721"/>
              <a:gd name="connsiteY0" fmla="*/ 6228026 h 6255735"/>
              <a:gd name="connsiteX1" fmla="*/ 0 w 6374721"/>
              <a:gd name="connsiteY1" fmla="*/ 0 h 6255735"/>
              <a:gd name="connsiteX2" fmla="*/ 6374721 w 6374721"/>
              <a:gd name="connsiteY2" fmla="*/ 0 h 6255735"/>
              <a:gd name="connsiteX3" fmla="*/ 6362496 w 6374721"/>
              <a:gd name="connsiteY3" fmla="*/ 6255735 h 6255735"/>
              <a:gd name="connsiteX4" fmla="*/ 1470212 w 6374721"/>
              <a:gd name="connsiteY4" fmla="*/ 6228026 h 6255735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65046 w 6374721"/>
              <a:gd name="connsiteY0" fmla="*/ 6207361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65046 w 6374721"/>
              <a:gd name="connsiteY4" fmla="*/ 6207361 h 6228026"/>
              <a:gd name="connsiteX0" fmla="*/ 1465046 w 6374721"/>
              <a:gd name="connsiteY0" fmla="*/ 6207361 h 6207361"/>
              <a:gd name="connsiteX1" fmla="*/ 0 w 6374721"/>
              <a:gd name="connsiteY1" fmla="*/ 0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74721"/>
              <a:gd name="connsiteY0" fmla="*/ 6207361 h 6207361"/>
              <a:gd name="connsiteX1" fmla="*/ 0 w 6374721"/>
              <a:gd name="connsiteY1" fmla="*/ 5166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69555"/>
              <a:gd name="connsiteY0" fmla="*/ 6202195 h 6202195"/>
              <a:gd name="connsiteX1" fmla="*/ 0 w 6369555"/>
              <a:gd name="connsiteY1" fmla="*/ 0 h 6202195"/>
              <a:gd name="connsiteX2" fmla="*/ 6369555 w 6369555"/>
              <a:gd name="connsiteY2" fmla="*/ 0 h 6202195"/>
              <a:gd name="connsiteX3" fmla="*/ 6367662 w 6369555"/>
              <a:gd name="connsiteY3" fmla="*/ 6202195 h 6202195"/>
              <a:gd name="connsiteX4" fmla="*/ 1465046 w 6369555"/>
              <a:gd name="connsiteY4" fmla="*/ 6202195 h 620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9555" h="6202195">
                <a:moveTo>
                  <a:pt x="1465046" y="6202195"/>
                </a:moveTo>
                <a:lnTo>
                  <a:pt x="0" y="0"/>
                </a:lnTo>
                <a:lnTo>
                  <a:pt x="6369555" y="0"/>
                </a:lnTo>
                <a:lnTo>
                  <a:pt x="6367662" y="6202195"/>
                </a:lnTo>
                <a:lnTo>
                  <a:pt x="1465046" y="6202195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4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_Picture w/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4EC17A-0229-9D9E-4F3E-BBAF3C9EC60A}"/>
              </a:ext>
            </a:extLst>
          </p:cNvPr>
          <p:cNvSpPr/>
          <p:nvPr userDrawn="1"/>
        </p:nvSpPr>
        <p:spPr>
          <a:xfrm>
            <a:off x="6324600" y="750848"/>
            <a:ext cx="5562600" cy="5715000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7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93D01D-E4EE-57C8-4839-A436BF0AE8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903248"/>
            <a:ext cx="5257800" cy="5410200"/>
          </a:xfrm>
          <a:prstGeom prst="roundRect">
            <a:avLst>
              <a:gd name="adj" fmla="val 6063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2919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_2 Pictures w/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4EC17A-0229-9D9E-4F3E-BBAF3C9EC60A}"/>
              </a:ext>
            </a:extLst>
          </p:cNvPr>
          <p:cNvSpPr/>
          <p:nvPr userDrawn="1"/>
        </p:nvSpPr>
        <p:spPr>
          <a:xfrm>
            <a:off x="6781800" y="731195"/>
            <a:ext cx="5029200" cy="2873829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6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6959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12848"/>
            <a:ext cx="5562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93D01D-E4EE-57C8-4839-A436BF0AE8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4200" y="883595"/>
            <a:ext cx="4741817" cy="2586446"/>
          </a:xfrm>
          <a:prstGeom prst="roundRect">
            <a:avLst>
              <a:gd name="adj" fmla="val 2938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2B8DAB-353A-63A7-57E3-BC8771DAFC86}"/>
              </a:ext>
            </a:extLst>
          </p:cNvPr>
          <p:cNvSpPr/>
          <p:nvPr userDrawn="1"/>
        </p:nvSpPr>
        <p:spPr>
          <a:xfrm>
            <a:off x="6781800" y="3702995"/>
            <a:ext cx="5029200" cy="2873829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7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D29A79-FC30-5176-80E7-A66A492113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34200" y="3855395"/>
            <a:ext cx="4741817" cy="2586446"/>
          </a:xfrm>
          <a:prstGeom prst="roundRect">
            <a:avLst>
              <a:gd name="adj" fmla="val 2938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76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6197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61C1296F-E730-081D-E6F9-31BBE4D4325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324600" y="758952"/>
            <a:ext cx="5486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6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877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61C1296F-E730-081D-E6F9-31BBE4D4325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400800" y="2924869"/>
            <a:ext cx="5334000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3" name="Chart Placeholder 8">
            <a:extLst>
              <a:ext uri="{FF2B5EF4-FFF2-40B4-BE49-F238E27FC236}">
                <a16:creationId xmlns:a16="http://schemas.microsoft.com/office/drawing/2014/main" id="{47C9A64A-95DE-326D-AD27-2A9C89FC288F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914400" y="2924869"/>
            <a:ext cx="5334000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D2497A-A32F-79B8-FD8B-B8AB6127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972800" cy="5953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80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877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D2497A-A32F-79B8-FD8B-B8AB6127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972800" cy="5953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E00329-735F-25A4-8DAC-E98E4105FA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4400" y="2912640"/>
            <a:ext cx="5334000" cy="3505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D11F4B7-132E-FFAB-C5E1-A1A1DA7803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00800" y="2912640"/>
            <a:ext cx="5334000" cy="3505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24486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all 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1767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8190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8564" y="4248614"/>
            <a:ext cx="2333063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1554" y="6203726"/>
            <a:ext cx="1827083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40500" y="4248614"/>
            <a:ext cx="2360857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02735" y="6203726"/>
            <a:ext cx="1836387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35141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9643" y="4248614"/>
            <a:ext cx="2357653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84650" y="6203726"/>
            <a:ext cx="1827639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1699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0053" y="4248614"/>
            <a:ext cx="2369948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10840" y="6203726"/>
            <a:ext cx="1828375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788A64-F282-9CE1-4232-9EE355589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34023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82DED-E3BA-FB36-43E4-81DBB440C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1564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D478D9-E1B0-6465-A4AE-A5FCFD483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38122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A6892-F10F-164E-5109-ED84CE73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963" y="121602"/>
            <a:ext cx="4114800" cy="217173"/>
          </a:xfrm>
        </p:spPr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D13AE-FD08-9C1F-6E91-5682E73E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2148" y="99559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58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ircl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그룹 1281">
            <a:extLst>
              <a:ext uri="{FF2B5EF4-FFF2-40B4-BE49-F238E27FC236}">
                <a16:creationId xmlns:a16="http://schemas.microsoft.com/office/drawing/2014/main" id="{65B4D3AB-B0EE-820C-F332-86B9B4FF4D7D}"/>
              </a:ext>
            </a:extLst>
          </p:cNvPr>
          <p:cNvGrpSpPr/>
          <p:nvPr userDrawn="1"/>
        </p:nvGrpSpPr>
        <p:grpSpPr>
          <a:xfrm>
            <a:off x="1143000" y="2505297"/>
            <a:ext cx="10056459" cy="2238357"/>
            <a:chOff x="1073086" y="2710034"/>
            <a:chExt cx="10056459" cy="2238357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1F23A632-C958-B035-7D29-4E36C3A8D927}"/>
                </a:ext>
              </a:extLst>
            </p:cNvPr>
            <p:cNvSpPr/>
            <p:nvPr/>
          </p:nvSpPr>
          <p:spPr>
            <a:xfrm rot="7200000" flipH="1">
              <a:off x="3914385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918FE6A1-233A-7F39-8799-6BFEF9149E32}"/>
                </a:ext>
              </a:extLst>
            </p:cNvPr>
            <p:cNvSpPr/>
            <p:nvPr/>
          </p:nvSpPr>
          <p:spPr>
            <a:xfrm rot="7200000" flipH="1">
              <a:off x="7460429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7E0B8266-3454-DEDE-28C4-30473AD029FF}"/>
                </a:ext>
              </a:extLst>
            </p:cNvPr>
            <p:cNvSpPr/>
            <p:nvPr/>
          </p:nvSpPr>
          <p:spPr>
            <a:xfrm rot="14400000">
              <a:off x="2141363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3229B04E-61C5-C43D-3D60-E218AEF16C01}"/>
                </a:ext>
              </a:extLst>
            </p:cNvPr>
            <p:cNvSpPr/>
            <p:nvPr/>
          </p:nvSpPr>
          <p:spPr>
            <a:xfrm>
              <a:off x="1073086" y="3714353"/>
              <a:ext cx="1234037" cy="12340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2" name="타원 1286">
              <a:extLst>
                <a:ext uri="{FF2B5EF4-FFF2-40B4-BE49-F238E27FC236}">
                  <a16:creationId xmlns:a16="http://schemas.microsoft.com/office/drawing/2014/main" id="{2EA6EF24-8749-8BEF-326C-C125ACB2C20A}"/>
                </a:ext>
              </a:extLst>
            </p:cNvPr>
            <p:cNvSpPr/>
            <p:nvPr/>
          </p:nvSpPr>
          <p:spPr>
            <a:xfrm>
              <a:off x="1137335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454E25E1-F59A-FADC-CD3F-CA7A84CCA1E2}"/>
                </a:ext>
              </a:extLst>
            </p:cNvPr>
            <p:cNvSpPr/>
            <p:nvPr/>
          </p:nvSpPr>
          <p:spPr>
            <a:xfrm>
              <a:off x="2837570" y="2710034"/>
              <a:ext cx="1234037" cy="12340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4" name="Oval 6">
              <a:extLst>
                <a:ext uri="{FF2B5EF4-FFF2-40B4-BE49-F238E27FC236}">
                  <a16:creationId xmlns:a16="http://schemas.microsoft.com/office/drawing/2014/main" id="{FDA8283F-32E9-CA15-A705-995234E96ECB}"/>
                </a:ext>
              </a:extLst>
            </p:cNvPr>
            <p:cNvSpPr/>
            <p:nvPr/>
          </p:nvSpPr>
          <p:spPr>
            <a:xfrm rot="14400000">
              <a:off x="9209572" y="3041001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6613845B-FD2D-2942-2DAB-3AB4C444161F}"/>
                </a:ext>
              </a:extLst>
            </p:cNvPr>
            <p:cNvSpPr/>
            <p:nvPr/>
          </p:nvSpPr>
          <p:spPr>
            <a:xfrm rot="14400000">
              <a:off x="5687407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D2062A16-1962-16F4-8023-92D9AE84B52E}"/>
                </a:ext>
              </a:extLst>
            </p:cNvPr>
            <p:cNvSpPr/>
            <p:nvPr/>
          </p:nvSpPr>
          <p:spPr>
            <a:xfrm>
              <a:off x="4602054" y="3714353"/>
              <a:ext cx="1234037" cy="123403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0ABE85E6-8EEE-628D-159D-8DE52BB344E7}"/>
                </a:ext>
              </a:extLst>
            </p:cNvPr>
            <p:cNvSpPr/>
            <p:nvPr/>
          </p:nvSpPr>
          <p:spPr>
            <a:xfrm>
              <a:off x="6366538" y="2710034"/>
              <a:ext cx="1234037" cy="123403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8B1831B6-1987-F685-D305-1DFA4F6D16E4}"/>
                </a:ext>
              </a:extLst>
            </p:cNvPr>
            <p:cNvSpPr/>
            <p:nvPr/>
          </p:nvSpPr>
          <p:spPr>
            <a:xfrm>
              <a:off x="8131022" y="3714353"/>
              <a:ext cx="1234037" cy="12340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753C5383-B157-55FB-8CE2-7456440E869D}"/>
                </a:ext>
              </a:extLst>
            </p:cNvPr>
            <p:cNvSpPr/>
            <p:nvPr/>
          </p:nvSpPr>
          <p:spPr>
            <a:xfrm>
              <a:off x="9895508" y="2710034"/>
              <a:ext cx="1234037" cy="1234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타원 1295">
              <a:extLst>
                <a:ext uri="{FF2B5EF4-FFF2-40B4-BE49-F238E27FC236}">
                  <a16:creationId xmlns:a16="http://schemas.microsoft.com/office/drawing/2014/main" id="{BB2B1159-F287-F4D0-972D-AEB57CCA3AC0}"/>
                </a:ext>
              </a:extLst>
            </p:cNvPr>
            <p:cNvSpPr/>
            <p:nvPr/>
          </p:nvSpPr>
          <p:spPr>
            <a:xfrm>
              <a:off x="2901819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accent5"/>
                </a:solidFill>
              </a:endParaRPr>
            </a:p>
          </p:txBody>
        </p:sp>
        <p:sp>
          <p:nvSpPr>
            <p:cNvPr id="22" name="타원 1296">
              <a:extLst>
                <a:ext uri="{FF2B5EF4-FFF2-40B4-BE49-F238E27FC236}">
                  <a16:creationId xmlns:a16="http://schemas.microsoft.com/office/drawing/2014/main" id="{3D44CC5B-C0AF-D2C2-BE76-D065ED9D3A38}"/>
                </a:ext>
              </a:extLst>
            </p:cNvPr>
            <p:cNvSpPr/>
            <p:nvPr/>
          </p:nvSpPr>
          <p:spPr>
            <a:xfrm>
              <a:off x="6430787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타원 1297">
              <a:extLst>
                <a:ext uri="{FF2B5EF4-FFF2-40B4-BE49-F238E27FC236}">
                  <a16:creationId xmlns:a16="http://schemas.microsoft.com/office/drawing/2014/main" id="{8E47600E-B996-E6EC-B833-93E90D5A2297}"/>
                </a:ext>
              </a:extLst>
            </p:cNvPr>
            <p:cNvSpPr/>
            <p:nvPr/>
          </p:nvSpPr>
          <p:spPr>
            <a:xfrm>
              <a:off x="9955227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타원 1298">
              <a:extLst>
                <a:ext uri="{FF2B5EF4-FFF2-40B4-BE49-F238E27FC236}">
                  <a16:creationId xmlns:a16="http://schemas.microsoft.com/office/drawing/2014/main" id="{047F897C-36C1-5E05-CC89-EBDFB90F4035}"/>
                </a:ext>
              </a:extLst>
            </p:cNvPr>
            <p:cNvSpPr/>
            <p:nvPr/>
          </p:nvSpPr>
          <p:spPr>
            <a:xfrm>
              <a:off x="8195271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타원 1299">
              <a:extLst>
                <a:ext uri="{FF2B5EF4-FFF2-40B4-BE49-F238E27FC236}">
                  <a16:creationId xmlns:a16="http://schemas.microsoft.com/office/drawing/2014/main" id="{54EBFDB8-3C81-B0D3-B25E-E3CC580BDD36}"/>
                </a:ext>
              </a:extLst>
            </p:cNvPr>
            <p:cNvSpPr/>
            <p:nvPr/>
          </p:nvSpPr>
          <p:spPr>
            <a:xfrm>
              <a:off x="4666303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7B16F72-40BA-E998-2257-D54EE6CEBA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AB8F30F-2FFC-20DD-A8F6-71024DC03C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718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BFAAFBE-22E7-798D-C75E-C8E8289211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AB5386A6-EBCF-BE3F-9C99-5AC05501D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8FF922E3-5C68-F6E3-0485-A0E67CC88D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96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C910256D-A8C2-E46B-A929-3267D33AA4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22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C26EF43-A591-ACB9-95D5-D2A6C44F70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F2B1CEAB-5243-EF63-89D5-ADA49AA64D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08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CDEDCD72-ECA0-F2D7-EC03-81843D0246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8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4" name="Text Placeholder 38">
            <a:extLst>
              <a:ext uri="{FF2B5EF4-FFF2-40B4-BE49-F238E27FC236}">
                <a16:creationId xmlns:a16="http://schemas.microsoft.com/office/drawing/2014/main" id="{2E0ED554-E380-3678-D783-DD39A10748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22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2DF7B12C-4A5F-2508-FCE7-35F125B54A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774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6" name="Text Placeholder 38">
            <a:extLst>
              <a:ext uri="{FF2B5EF4-FFF2-40B4-BE49-F238E27FC236}">
                <a16:creationId xmlns:a16="http://schemas.microsoft.com/office/drawing/2014/main" id="{93AFFB44-33B2-D0D0-24B9-36F3700901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72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BE884C74-6A18-2B76-2CF5-D95B2845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963" y="121602"/>
            <a:ext cx="4114800" cy="217173"/>
          </a:xfrm>
        </p:spPr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229FCC9D-96AD-BA9E-BD6E-2A25D0A5279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662148" y="99559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19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630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345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384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2725BC-06A4-BA3F-329D-CCFE76B5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060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55977AF-C60A-DDAC-F6C7-12C2309ECC7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865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35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827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578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6593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91556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2725BC-06A4-BA3F-329D-CCFE76B5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3465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55977AF-C60A-DDAC-F6C7-12C2309ECC7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10322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32080B-6328-C238-809D-F9FE08C7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337" y="3026141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3BA1372-7071-371E-C28F-CBE6820DA6F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7194" y="3330941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11E0B1-10A5-78B2-3136-3CD932F23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07209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CE081D-D73A-A411-BCD4-2DCBE78B8C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44066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84666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5161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71138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311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57338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11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C14A-6496-6376-2B3E-AD74A612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1821F-FB3A-F9EE-D0DE-E887A37D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498316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C9A69-852A-95D0-640F-0A9AD66D0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3173412"/>
            <a:ext cx="4983162" cy="3495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212BA-716C-43F7-C564-5796945A1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105" y="220370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F0997-D7AA-3B69-46B5-3C52DC86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105" y="3173412"/>
            <a:ext cx="5183188" cy="3495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55EE4-619A-8EFD-2C75-330D157D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C5AC-C080-2EB1-1F82-F057A282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57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09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 descr="A white symbol on a brown circle&#10;&#10;Description automatically generated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306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217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605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5668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59536-D612-272A-D0AD-1D014598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510F-03EC-A6BB-D8AE-182AFD52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798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54A3-AB3C-35BD-6098-13B595E8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F45-FFD0-8EC1-3E51-7B4572F3A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1103971"/>
            <a:ext cx="6556748" cy="52110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3246F-34BC-6307-9619-06751D531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399" y="250344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21F7-6214-7E6B-A5E6-69AAAA30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02BA3-BB8A-AC85-A750-93E59432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047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C9C3-CF27-8B06-2E66-2BB1FCAD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B7967-4936-AE6D-0BBD-BCE482FF4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2352" y="1106424"/>
            <a:ext cx="6518834" cy="52353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1E6CC-1128-78C6-3309-EDCFE3E4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50545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B39B1-5B40-FE1F-3045-DD90E2A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7EE0B-14D8-097A-37A8-4FBF5530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37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B7E2-6845-38D7-8C84-05645DB9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DE4B-421A-55A0-7AEA-42BC2BD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40CA-3171-FB84-4A04-1522D74B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17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B7E2-6845-38D7-8C84-05645DB9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DE4B-421A-55A0-7AEA-42BC2BD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40CA-3171-FB84-4A04-1522D74B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7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D4BF88">
                <a:alpha val="75162"/>
              </a:srgbClr>
            </a:gs>
            <a:gs pos="39000">
              <a:schemeClr val="bg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53D41-B3D9-0856-DEBB-57C725BD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755930"/>
            <a:ext cx="10325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F6990-E15B-701E-55A2-00590A07C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450" y="2216430"/>
            <a:ext cx="10325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E2C12-EE6A-20CB-09F3-55836BC33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7324"/>
            <a:ext cx="12192000" cy="529216"/>
          </a:xfrm>
          <a:prstGeom prst="rect">
            <a:avLst/>
          </a:prstGeom>
        </p:spPr>
      </p:pic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119BBE9E-4D69-14CD-9511-13BB4AA55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077"/>
            <a:ext cx="1201897" cy="5319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22777-339B-9F56-577C-65AD89F9C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38D45-6410-BA73-9765-65C75CDC4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75167"/>
                  </a:schemeClr>
                </a:solidFill>
              </a:defRPr>
            </a:lvl1pPr>
          </a:lstStyle>
          <a:p>
            <a:r>
              <a:rPr lang="en-US" dirty="0"/>
              <a:t>Biological &amp; Physical Sciences</a:t>
            </a:r>
          </a:p>
        </p:txBody>
      </p:sp>
    </p:spTree>
    <p:extLst>
      <p:ext uri="{BB962C8B-B14F-4D97-AF65-F5344CB8AC3E}">
        <p14:creationId xmlns:p14="http://schemas.microsoft.com/office/powerpoint/2010/main" val="88917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0" r:id="rId2"/>
    <p:sldLayoutId id="2147483661" r:id="rId3"/>
    <p:sldLayoutId id="2147483682" r:id="rId4"/>
    <p:sldLayoutId id="2147483691" r:id="rId5"/>
    <p:sldLayoutId id="2147483662" r:id="rId6"/>
    <p:sldLayoutId id="2147483692" r:id="rId7"/>
    <p:sldLayoutId id="2147483663" r:id="rId8"/>
    <p:sldLayoutId id="2147483674" r:id="rId9"/>
    <p:sldLayoutId id="2147483675" r:id="rId10"/>
    <p:sldLayoutId id="2147483676" r:id="rId11"/>
    <p:sldLayoutId id="2147483681" r:id="rId12"/>
    <p:sldLayoutId id="2147483677" r:id="rId13"/>
    <p:sldLayoutId id="2147483678" r:id="rId14"/>
    <p:sldLayoutId id="2147483683" r:id="rId15"/>
    <p:sldLayoutId id="2147483672" r:id="rId16"/>
    <p:sldLayoutId id="2147483679" r:id="rId17"/>
    <p:sldLayoutId id="2147483673" r:id="rId18"/>
    <p:sldLayoutId id="2147483690" r:id="rId19"/>
    <p:sldLayoutId id="2147483689" r:id="rId20"/>
    <p:sldLayoutId id="2147483664" r:id="rId21"/>
    <p:sldLayoutId id="2147483665" r:id="rId22"/>
    <p:sldLayoutId id="2147483684" r:id="rId23"/>
    <p:sldLayoutId id="2147483685" r:id="rId24"/>
    <p:sldLayoutId id="2147483686" r:id="rId25"/>
    <p:sldLayoutId id="2147483687" r:id="rId26"/>
    <p:sldLayoutId id="2147483666" r:id="rId27"/>
    <p:sldLayoutId id="2147483667" r:id="rId28"/>
    <p:sldLayoutId id="2147483668" r:id="rId29"/>
    <p:sldLayoutId id="2147483669" r:id="rId30"/>
    <p:sldLayoutId id="2147483658" r:id="rId3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5D3E717-6970-91B9-68BB-B9CE473EC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1" y="3895025"/>
            <a:ext cx="4774425" cy="1429109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Arial"/>
                <a:cs typeface="Arial"/>
              </a:rPr>
              <a:t>Project Title</a:t>
            </a:r>
            <a:br>
              <a:rPr lang="en-US" sz="2400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Intern Name</a:t>
            </a:r>
          </a:p>
          <a:p>
            <a:r>
              <a:rPr lang="en-US" dirty="0">
                <a:latin typeface="Arial"/>
                <a:cs typeface="Arial"/>
              </a:rPr>
              <a:t> </a:t>
            </a:r>
          </a:p>
          <a:p>
            <a:r>
              <a:rPr lang="en-US" b="0" dirty="0"/>
              <a:t>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AB492-0D30-3AB0-9C9C-3B7725AA3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SLSTP Project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0689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5CCDA23-9C9B-2E3C-0808-97FA24C0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DF69EC4-28BB-B6B3-FB3D-0B6A7B68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AED0D-F1B8-689C-34E4-C8599A32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Biological &amp; Physical Sciences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E25FE-C8CB-2ADC-D1BB-2BE7BB0DB7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1550" y="100013"/>
            <a:ext cx="1060450" cy="261937"/>
          </a:xfrm>
        </p:spPr>
        <p:txBody>
          <a:bodyPr/>
          <a:lstStyle/>
          <a:p>
            <a:fld id="{E8618032-BA8D-3D4D-8253-A70208A8597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545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PS_2024_gold">
      <a:dk1>
        <a:srgbClr val="061F49"/>
      </a:dk1>
      <a:lt1>
        <a:srgbClr val="FFFFFF"/>
      </a:lt1>
      <a:dk2>
        <a:srgbClr val="061F49"/>
      </a:dk2>
      <a:lt2>
        <a:srgbClr val="E7E6E6"/>
      </a:lt2>
      <a:accent1>
        <a:srgbClr val="061F48"/>
      </a:accent1>
      <a:accent2>
        <a:srgbClr val="276644"/>
      </a:accent2>
      <a:accent3>
        <a:srgbClr val="D47800"/>
      </a:accent3>
      <a:accent4>
        <a:srgbClr val="D4BF88"/>
      </a:accent4>
      <a:accent5>
        <a:srgbClr val="8F6725"/>
      </a:accent5>
      <a:accent6>
        <a:srgbClr val="205391"/>
      </a:accent6>
      <a:hlink>
        <a:srgbClr val="205391"/>
      </a:hlink>
      <a:folHlink>
        <a:srgbClr val="0B3C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-01-24_BPS_PPT_Template" id="{F69818ED-1EB5-154C-9646-61EECBC32C17}" vid="{337BE73D-1FC8-8444-A6A2-B6928143BD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3f8f0fe-7515-424d-86d7-0a337e4aa03f">
      <UserInfo>
        <DisplayName>Mangan, Keara L. (HQ-DP000)[BOOZ ALLEN &amp; HAMILTON INC]</DisplayName>
        <AccountId>13</AccountId>
        <AccountType/>
      </UserInfo>
      <UserInfo>
        <DisplayName>Gilbertson, Gamble (HQ-DP000)[EAST2]</DisplayName>
        <AccountId>15</AccountId>
        <AccountType/>
      </UserInfo>
      <UserInfo>
        <DisplayName>Lee, Jemie (HQ-DP000)[BOOZ ALLEN &amp; HAMILTON INC]</DisplayName>
        <AccountId>14</AccountId>
        <AccountType/>
      </UserInfo>
      <UserInfo>
        <DisplayName>White Lyons, Melanie M. (HQ-DP000)[BOOZ ALLEN &amp; HAMILTON INC]</DisplayName>
        <AccountId>12</AccountId>
        <AccountType/>
      </UserInfo>
      <UserInfo>
        <DisplayName>Lele, Julie (HQ-DM000)[BOOZ ALLEN &amp; HAMILTON INC]</DisplayName>
        <AccountId>10</AccountId>
        <AccountType/>
      </UserInfo>
      <UserInfo>
        <DisplayName>Burg, Joseph A. (HQ-DP000)[BOOZ ALLEN &amp; HAMILTON INC]</DisplayName>
        <AccountId>119</AccountId>
        <AccountType/>
      </UserInfo>
      <UserInfo>
        <DisplayName>Carnell, Lisa (HQ-DP000)</DisplayName>
        <AccountId>21</AccountId>
        <AccountType/>
      </UserInfo>
      <UserInfo>
        <DisplayName>Hertz, Paul (HQ-DA000)</DisplayName>
        <AccountId>100</AccountId>
        <AccountType/>
      </UserInfo>
      <UserInfo>
        <DisplayName>Fauntleroy, Haley (HQ-DP000)[BOOZ ALLEN &amp; HAMILTON INC]</DisplayName>
        <AccountId>22</AccountId>
        <AccountType/>
      </UserInfo>
      <UserInfo>
        <DisplayName>Cubberley, Hannah (HQ-DP000)[BOOZ ALLEN &amp; HAMILTON INC]</DisplayName>
        <AccountId>28</AccountId>
        <AccountType/>
      </UserInfo>
      <UserInfo>
        <DisplayName>Galazka, Jonathan M. (ARC-SC)</DisplayName>
        <AccountId>182</AccountId>
        <AccountType/>
      </UserInfo>
      <UserInfo>
        <DisplayName>Massa, Gioia D. (KSC-UBA00)</DisplayName>
        <AccountId>183</AccountId>
        <AccountType/>
      </UserInfo>
      <UserInfo>
        <DisplayName>Callas, John L (JPL-7500)[JPL Employee]</DisplayName>
        <AccountId>58</AccountId>
        <AccountType/>
      </UserInfo>
    </SharedWithUsers>
    <lcf76f155ced4ddcb4097134ff3c332f xmlns="6527ccf2-24c5-4a86-be07-80241091aeab">
      <Terms xmlns="http://schemas.microsoft.com/office/infopath/2007/PartnerControls"/>
    </lcf76f155ced4ddcb4097134ff3c332f>
    <TaxCatchAll xmlns="d900e117-17a0-4b24-9e47-511ef1d02c4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211DFDB3DA3845BD556C40032E64D0" ma:contentTypeVersion="16" ma:contentTypeDescription="Create a new document." ma:contentTypeScope="" ma:versionID="6fb8bd780a822da7d8e3d3891ea50a85">
  <xsd:schema xmlns:xsd="http://www.w3.org/2001/XMLSchema" xmlns:xs="http://www.w3.org/2001/XMLSchema" xmlns:p="http://schemas.microsoft.com/office/2006/metadata/properties" xmlns:ns2="6527ccf2-24c5-4a86-be07-80241091aeab" xmlns:ns3="43f8f0fe-7515-424d-86d7-0a337e4aa03f" xmlns:ns4="d900e117-17a0-4b24-9e47-511ef1d02c43" targetNamespace="http://schemas.microsoft.com/office/2006/metadata/properties" ma:root="true" ma:fieldsID="cb6437ea38db5bccedba4b312cc29faa" ns2:_="" ns3:_="" ns4:_="">
    <xsd:import namespace="6527ccf2-24c5-4a86-be07-80241091aeab"/>
    <xsd:import namespace="43f8f0fe-7515-424d-86d7-0a337e4aa03f"/>
    <xsd:import namespace="d900e117-17a0-4b24-9e47-511ef1d02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7ccf2-24c5-4a86-be07-80241091a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fb68aea-d2ee-4a6c-85e6-e4b5686e96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f8f0fe-7515-424d-86d7-0a337e4aa03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0e117-17a0-4b24-9e47-511ef1d02c4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ea376dd-3888-4ec2-aac9-035288c88b0b}" ma:internalName="TaxCatchAll" ma:showField="CatchAllData" ma:web="43f8f0fe-7515-424d-86d7-0a337e4a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62A2FE-7911-4E6A-8BD5-16877A182B2F}">
  <ds:schemaRefs>
    <ds:schemaRef ds:uri="http://schemas.openxmlformats.org/package/2006/metadata/core-properties"/>
    <ds:schemaRef ds:uri="a3f7648c-ef34-4383-9913-3e4132c38d7f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c852713b-0caa-4ac0-ba75-048f00e27b76"/>
    <ds:schemaRef ds:uri="43f8f0fe-7515-424d-86d7-0a337e4aa03f"/>
    <ds:schemaRef ds:uri="6527ccf2-24c5-4a86-be07-80241091aeab"/>
    <ds:schemaRef ds:uri="d900e117-17a0-4b24-9e47-511ef1d02c43"/>
  </ds:schemaRefs>
</ds:datastoreItem>
</file>

<file path=customXml/itemProps2.xml><?xml version="1.0" encoding="utf-8"?>
<ds:datastoreItem xmlns:ds="http://schemas.openxmlformats.org/officeDocument/2006/customXml" ds:itemID="{2FDDDE26-D355-44FB-AB9E-19995162FF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27ccf2-24c5-4a86-be07-80241091aeab"/>
    <ds:schemaRef ds:uri="43f8f0fe-7515-424d-86d7-0a337e4aa03f"/>
    <ds:schemaRef ds:uri="d900e117-17a0-4b24-9e47-511ef1d02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6B03FA-AE60-4B79-AD46-B79CDABDEA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2024-01-29_BPS_PPT_Template</Template>
  <TotalTime>5180</TotalTime>
  <Words>15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Company>NASA OCIO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Lele, Julie (HQ-DM000)[BOOZ ALLEN &amp; HAMILTON INC]</dc:creator>
  <cp:lastModifiedBy>Keller, Elizabeth E. (ARC-SC)[Amentum Services, Inc]</cp:lastModifiedBy>
  <cp:revision>178</cp:revision>
  <dcterms:created xsi:type="dcterms:W3CDTF">2024-01-29T19:52:06Z</dcterms:created>
  <dcterms:modified xsi:type="dcterms:W3CDTF">2026-06-29T22:38:13Z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0x01010019211DFDB3DA3845BD556C40032E64D0</vt:lpwstr>
  </property>
  <property fmtid="{D5CDD505-2E9C-101B-9397-08002B2CF9AE}" pid="3" name="MediaServiceImageTags">
    <vt:lpwstr/>
  </property>
</Properties>
</file>