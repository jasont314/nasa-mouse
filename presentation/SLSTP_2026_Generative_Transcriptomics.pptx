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transcriptomics creates model-generated expression profiles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125712" y="3355848"/>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92056" y="3017520"/>
            <a:ext cx="1828800" cy="1042415"/>
          </a:xfrm>
          <a:prstGeom prst="rect">
            <a:avLst/>
          </a:prstGeom>
          <a:solidFill>
            <a:srgbClr val="E9F1F7"/>
          </a:solidFill>
          <a:ln w="10160">
            <a:solidFill>
              <a:srgbClr val="D4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65792" y="3172968"/>
            <a:ext cx="1490472" cy="16459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OUTPUT</a:t>
            </a:r>
          </a:p>
        </p:txBody>
      </p:sp>
      <p:sp>
        <p:nvSpPr>
          <p:cNvPr id="74" name="TextBox 73"/>
          <p:cNvSpPr txBox="1"/>
          <p:nvPr/>
        </p:nvSpPr>
        <p:spPr>
          <a:xfrm>
            <a:off x="9765792" y="3429000"/>
            <a:ext cx="1490472" cy="493776"/>
          </a:xfrm>
          <a:prstGeom prst="rect">
            <a:avLst/>
          </a:prstGeom>
          <a:noFill/>
        </p:spPr>
        <p:txBody>
          <a:bodyPr wrap="square" lIns="0" rIns="0" tIns="0" bIns="0" anchor="t">
            <a:spAutoFit/>
          </a:bodyPr>
          <a:lstStyle/>
          <a:p>
            <a:pPr algn="l">
              <a:spcAft>
                <a:spcPts val="0"/>
              </a:spcAft>
            </a:pPr>
            <a:r>
              <a:rPr sz="1220" b="1" i="0">
                <a:solidFill>
                  <a:srgbClr val="082B55"/>
                </a:solidFill>
                <a:latin typeface="Arial"/>
              </a:rPr>
              <a:t>Tissue-specific
genes and pathways</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