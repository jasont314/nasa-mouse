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Each column shows the alternatives available at one pipeline stage; outlines identify the downstream branch. We used both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left image is Figure 1C from Lacan and colleagues. It shows their residual dense denoiser, conditioned on diffusion timestep and tissue, which predicts the noise added to a sample. Our implementation follows that architecture and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Circles are locked real OSDR profiles and crosses are matched DDIM profiles in the same PCA space. Generated samples track the tissue-defined branches. FLT and GC remain more interspersed because condition effects are smaller than tissue effects. Visual overlap complements the quantitative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This is a weight, not a 5% increase in animal count. Held-out real profiles determine eligibility, and FLT/GC effects and BH FDR are computed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The pooled augmentation test was negative: balanced accuracy fell from 0.754 to 0.737 with real plus synthetic training. The bars use a true zero-to-one balanced-accuracy scale.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evidence scope and source IDs; Table S17 records citations, DOI or URL and whether the evidence is independent, overlapping or mechanistic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full analysis coverage: 22 canonical tissues and five anatomical muscle groups. Ten had a synthetic-informed BH-FDR association, five had real BH-FDR genes without synthetic-informed selection, and 12 had no BH-FDR gene in the landmark panel. The discussion focuses later, but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so the process-level result did not depend on that label.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matched no-material sensitivity model, soleus selected the real-only arm and the synthetic attribution disappeared. The real OSDR association remains, but the contribution attributed to generated profiles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are shown on separate subrows for each tissue. Pooled muscle, kidney, spleen and skin each produced a distinct synthetic-informed result. The rows share a slide for presentation space; each remains a separate hypothesis. Pooled muscle is heterogeneous, kidney suggests phosphoinositide and glucose handling, spleen suggests adhesion and extracellular-matrix or immune organization, and skin contributes a single interferon-linked candidate.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TextBox 21"/>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23" name="TextBox 22"/>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24" name="TextBox 23"/>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25" name="TextBox 24"/>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26" name="TextBox 25"/>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27" name="TextBox 26"/>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28" name="TextBox 27"/>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29" name="TextBox 28"/>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30" name="Rectangle 29"/>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34" name="TextBox 33"/>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35" name="TextBox 34"/>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36" name="TextBox 35"/>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37" name="Right Arrow 36"/>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9" name="TextBox 38"/>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40" name="TextBox 39"/>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41" name="Rectangle 40"/>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43" name="TextBox 42"/>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44" name="TextBox 43"/>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45" name="TextBox 44"/>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46" name="TextBox 45"/>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47" name="TextBox 46"/>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48" name="TextBox 47"/>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49" name="TextBox 4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3968496"/>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07408"/>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46320"/>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285231"/>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